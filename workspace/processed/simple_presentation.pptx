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442442"/>
            <a:ext cx="1015901" cy="63401"/>
          </a:xfrm>
          <a:prstGeom prst="roundRect">
            <a:avLst>
              <a:gd name="adj" fmla="val 60094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810643"/>
            <a:ext cx="7772400" cy="134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Our Presentation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44779" y="3405783"/>
            <a:ext cx="72544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0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Two-Slide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651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765125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know at a glance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2230487"/>
            <a:ext cx="4112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646313"/>
            <a:ext cx="4032349" cy="143172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clean document processing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multiple file formats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reliable automation workflows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integration with your existing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21300" y="1520726"/>
            <a:ext cx="3714750" cy="3267224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49875" y="1520726"/>
            <a:ext cx="0" cy="3267224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3250" y="2154436"/>
            <a:ext cx="3108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PROCESSED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83250" y="2357586"/>
            <a:ext cx="31089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83250" y="2817912"/>
            <a:ext cx="3108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handled monthly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83250" y="3148013"/>
            <a:ext cx="3048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83250" y="3338364"/>
            <a:ext cx="3108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3250" y="3541514"/>
            <a:ext cx="31089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83250" y="4001839"/>
            <a:ext cx="3108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precision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Two-Slide Presentation</dc:title>
  <dc:subject>PptxGenJS Presentation</dc:subject>
  <dc:creator>Doc Agent</dc:creator>
  <cp:lastModifiedBy>Doc Agent</cp:lastModifiedBy>
  <cp:revision>1</cp:revision>
  <dcterms:created xsi:type="dcterms:W3CDTF">2026-02-28T20:27:40Z</dcterms:created>
  <dcterms:modified xsi:type="dcterms:W3CDTF">2026-02-28T20:27:40Z</dcterms:modified>
</cp:coreProperties>
</file>